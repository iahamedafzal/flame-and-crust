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56DA-8059-A09B-147E-1427BDC2D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79EDA-C08C-3A8F-94E5-41D80347A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227F5-0951-D90F-C5FC-35A9D0B2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46581-7777-CEF7-8FF9-807491E6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4517-A92C-2107-F15A-3969FDDF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1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CAAB-D445-E413-4E9E-1C911535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0063-1141-49AF-F5D4-06127292D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4F93-609A-39A9-0050-07D4764A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67A4B-B530-F7FA-8EFD-AAE91C6B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136DB-1517-CC6F-38B1-813D99D2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03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B0E0-DE4A-4779-9F55-9BAB8C14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9ECD-736B-CF0D-8062-475A20E9C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F52A-4E07-CC82-6CDA-B556144C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2DA2A-3959-2278-ED2C-F74B444B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36679-70D6-F479-F68F-8B3A81C6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5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8DA0-0EC9-CAAA-11DA-2F39F0A3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7504-99CB-877A-C25B-D23B01D43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6F0BC-B8EC-78BC-CDFE-07B616889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FC02-7C8B-EDC5-E79B-CBD2DE7A2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A106D-277B-7920-4D52-7CAF01F6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4D91F-9BD2-2BF3-AD54-9B0AF59E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29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416A-B77C-7384-95CA-204919B6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E5579-CC31-1316-C9FF-E5B2A72EF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54055-8BE1-8A82-4C2E-5F807EB23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F56DC-E3FC-87E2-1F19-6C8FB33DD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4C361-B184-3722-7127-9C0A552CB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9634A-B9E5-BAA1-A03F-DD596FBF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D9D10-CC31-C95B-DB56-486E400B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F3EB9-DBF0-B9CE-9AEC-8D6A3A8F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3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CB63-E2F0-1F3B-B11C-C99C75E5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8C56D-015F-8E92-D92E-0EDE69C3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2049E-DFC5-87EE-5CCF-AF4CF7B5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2732E-49AC-BB1B-06D2-BC18B3DD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74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CCB54-8E35-33D6-378A-3B6110CB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CD99D-9E7D-0F1E-22B9-E2930485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C7F3-BA50-A41C-F5D8-38C56D9D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1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CEFE-4FD2-D98B-9A19-AD0ECF0A2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96CCE-225A-1995-093C-48EEC0DAF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018BD-BD39-7FF7-1C58-20D5EA34B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EB8D3-B946-1873-FAFB-7AAA7402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EE23F-63FF-E46E-0ECE-AD23060C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3FF9D-95FE-88B3-CE6C-5F8ABA39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85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8131-E6E4-E284-3F0C-79FB3694B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8D6DE-D9BC-178E-60B8-7EE5D88030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534F0-23C2-E4F3-70F6-2A612A9CE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FF160-E5A1-E2C9-03D6-9DA0EBB1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1439F-3CC7-4399-91EE-8C631594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DBC0D-3580-D220-6D41-E9BACFE0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91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31B2-7E10-1B3A-C9DC-7FC6DDD1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B2EF2-252E-9CDE-736C-46B715903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50B0F-7D70-A002-34E5-47F4A097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9472D-40EF-0F6C-D0D1-B46EB57B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07EA5-E063-4A15-F867-410F58D7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33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EFC2A-D51B-7646-F82A-4D34DA0D4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EE41E-3F3D-C314-1AB9-562A31945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02477-26CB-C832-7414-1CA9A1D9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7AC08-2B49-EFD1-1329-EFBA0D85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05260-1DB4-A56E-0732-7036E9B1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76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A78EF-788E-CDCB-3F0B-10F37173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12EE6-3898-7CC9-AA88-34236F77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830B5-0EA2-74C9-64CC-6D4CD5074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AFEFE-C90C-4B36-8ABF-9D22E1BD6C72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25B3-53FD-9156-B166-BB3B521BC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24EF-89A2-9581-CA78-77ECBE317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C79ED-3719-4D4E-B3CB-4A74A5E37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68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E3CCD-B9C6-C20F-8267-9A7AFF5AE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71" y="0"/>
            <a:ext cx="315436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D68B94-9F90-D060-C150-1A2EAA5F2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191" y="0"/>
            <a:ext cx="3154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1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E40E7F-4666-C96E-4FED-39AE33CCC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55" y="0"/>
            <a:ext cx="315436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D2F36A-A16A-4AF6-3D7B-81776FEDE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520" y="0"/>
            <a:ext cx="3154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AHAMED AFZAL</dc:creator>
  <cp:lastModifiedBy>AHAMED AFZAL</cp:lastModifiedBy>
  <cp:revision>1</cp:revision>
  <dcterms:created xsi:type="dcterms:W3CDTF">2026-10-02T10:56:45Z</dcterms:created>
  <dcterms:modified xsi:type="dcterms:W3CDTF">2026-10-02T11:01:59Z</dcterms:modified>
</cp:coreProperties>
</file>